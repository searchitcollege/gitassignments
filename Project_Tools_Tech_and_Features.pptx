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this project, we used four main tools:</a:t>
            </a:r>
          </a:p>
          <a:p>
            <a:r>
              <a:t>• HTML and CSS for the web design and layout,</a:t>
            </a:r>
          </a:p>
          <a:p>
            <a:r>
              <a:t>• PHP for backend logic and connecting the web pages to the database,</a:t>
            </a:r>
          </a:p>
          <a:p>
            <a:r>
              <a:t>• MySQL to store all the information about students, courses, and registrations,</a:t>
            </a:r>
          </a:p>
          <a:p>
            <a:r>
              <a:t>• and XAMPP to host our local web server and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database has three main tables as shown above.</a:t>
            </a:r>
          </a:p>
          <a:p>
            <a:r>
              <a:t>The relationship between students and courses is many-to-many, managed through the registrations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has four main features: Add Student, Add Course, Register Student, and View Registrations.</a:t>
            </a:r>
          </a:p>
          <a:p>
            <a:r>
              <a:t>Each feature interacts with the database to save and retrieve information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Now, let’s look at a short demonstration.</a:t>
            </a:r>
          </a:p>
          <a:p>
            <a:r>
              <a:t>We’ll show how data is added and viewed in real time on the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Tools Used:</a:t>
            </a:r>
          </a:p>
          <a:p>
            <a:r>
              <a:t>- HTML &amp; CSS – for web design and layout</a:t>
            </a:r>
          </a:p>
          <a:p>
            <a:r>
              <a:t>- PHP – for backend logic and connecting the web pages to the database</a:t>
            </a:r>
          </a:p>
          <a:p>
            <a:r>
              <a:t>- MySQL – to store all the information about students, courses, and registrations</a:t>
            </a:r>
          </a:p>
          <a:p>
            <a:r>
              <a:t>- XAMPP – to host our local web server and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Tables in the System:</a:t>
            </a:r>
          </a:p>
          <a:p>
            <a:r>
              <a:t>1. Students Table – stores details like name, email, and department</a:t>
            </a:r>
          </a:p>
          <a:p>
            <a:r>
              <a:t>2. Courses Table – stores course code, course name, lecturer, and credit hours</a:t>
            </a:r>
          </a:p>
          <a:p>
            <a:r>
              <a:t>3. Registrations Table – connects students and courses</a:t>
            </a:r>
          </a:p>
          <a:p/>
          <a:p>
            <a:r>
              <a:t>Database Structure:</a:t>
            </a:r>
          </a:p>
          <a:p>
            <a:r>
              <a:t>- students (id, fullname, email, department)</a:t>
            </a:r>
          </a:p>
          <a:p>
            <a:r>
              <a:t>- courses (id, course_code, course_name, lecturer, credit)</a:t>
            </a:r>
          </a:p>
          <a:p>
            <a:r>
              <a:t>- registrations (id, student_id, course_id, date_registered)</a:t>
            </a:r>
          </a:p>
          <a:p/>
          <a:p>
            <a:r>
              <a:t>Relationship:</a:t>
            </a:r>
          </a:p>
          <a:p>
            <a:r>
              <a:t>➡️ Many-to-Many — one student can register for many courses, and one course can have many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Features of the System:</a:t>
            </a:r>
          </a:p>
          <a:p>
            <a:r>
              <a:t>1. Add Student – to enter new student information</a:t>
            </a:r>
          </a:p>
          <a:p>
            <a:r>
              <a:t>2. Add Course – to create and save new courses</a:t>
            </a:r>
          </a:p>
          <a:p>
            <a:r>
              <a:t>3. Register Student – to assign courses to students</a:t>
            </a:r>
          </a:p>
          <a:p>
            <a:r>
              <a:t>4. View Registrations – to view all student-course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Overview:</a:t>
            </a:r>
          </a:p>
          <a:p>
            <a:r>
              <a:t>- Navigate through pages:</a:t>
            </a:r>
          </a:p>
          <a:p>
            <a:r>
              <a:t>  • Add Student</a:t>
            </a:r>
          </a:p>
          <a:p>
            <a:r>
              <a:t>  • Add Course</a:t>
            </a:r>
          </a:p>
          <a:p>
            <a:r>
              <a:t>  • Register Student</a:t>
            </a:r>
          </a:p>
          <a:p>
            <a:r>
              <a:t>  • View Registrations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