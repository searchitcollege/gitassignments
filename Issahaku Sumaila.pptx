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93C1-F664-4C65-BB84-A5AE01BCB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8CCF2-058B-4431-81F7-E400EC500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89F3F-5A01-4157-91ED-DAA74CB9C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9A376-BAF2-4545-8C62-2E07DC1C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C005-0261-40F4-9503-4912AF43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F1F4-19D4-44DE-9016-391E228D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10CC5-E42F-44BE-B58D-880BBEAF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1D1FB-AD1E-4756-B69B-E9400C74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2AAA-B4FF-466C-A6DC-5097CA9E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89BCF-88AD-4549-A363-9B826E61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4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49EA-660C-46FF-8E38-E46CC9E1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8954F-2A2B-4C7E-A32B-B07E220A9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0948E-A65C-4F3B-9A37-E7946E15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B1D1-8E2A-4551-9369-DEA49D1B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3555D-D96E-4085-82AD-096FD140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14F-61E6-49CD-B663-B5E105FE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10AB8-289F-457A-9B5D-E54171676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1DF5D-32A5-45D2-BE39-01CDED390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D1AF8-71AD-4837-8ED7-A12BB0DA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6E0AA-58DD-4D17-A14D-0A682069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FB8A7-F269-4848-8606-CF00FA5C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4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8C59-8847-48BF-99CC-3D313B984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FD78A-0542-48C8-9E35-92678D48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63AA6-8B3E-4E53-9201-1F3349C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9CB94-B567-4987-9580-6EE995204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1C59B-4845-407B-B46E-B2FB1C19A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8860D-9C24-4973-8E07-2619A40C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04519-8DBB-4894-801B-EAE34C8A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A3C8A-7ECB-4091-8E2C-6F6CEF9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4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BDBF-5D4A-41B9-BA19-54BAA999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B3D45-98C7-4EE3-BF03-BA9278EA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38A8F-9201-4BD3-AEE9-EA6D5EF2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59C3A-A006-4C84-88CB-02C4D541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55196-4509-409C-B170-853023D2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AE2C9-4A61-4FE6-81D0-3C6FD9C2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F04A1-A8E7-4D26-A341-82BD6C98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3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2D44-78FA-4CEF-B506-2CC96014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43CD-8597-46B2-A361-9CAF80D1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746CB-1DAA-40C8-AB51-0BAB0D7DC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EA550-7766-499C-B40A-E7EA991E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9F784-A674-4185-83B0-2D165C39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675F3-10CF-4A6D-AE95-8A612436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3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C12B-41E7-41CF-BF0E-5B70B39C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F5B50-1731-4B2F-864E-1ED9CB1F7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30CC1-3253-4BF5-B862-2A54CC93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F648D-6465-413A-A7C1-A654D908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CDFEE-B8A8-46B7-B4AF-99E9513C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79B1F-E74B-4C6D-981A-CE218D4C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5031-1151-4690-991B-E2CC102C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29A4C-E514-48B7-8711-AB03C3EE1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31911-A440-41B9-AE77-8476BBF9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7F04-9C07-400C-8877-9A7EDAF2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F3E2E-B610-4135-AA6E-0E36B2F3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1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B855F-9338-4C4F-BD75-3200C8F85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06605-8ABE-4F60-976E-B86E79407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452F2-9DEE-46D5-9F56-624DB742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43034-D648-4AD1-8358-6D89177B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331A6-EC59-4E0B-B104-9269C2C4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8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B098A-1E32-4F4C-B21C-AF175FDD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4E14-460C-4828-80F0-B3678BA6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98529-BDB5-4E66-8978-FC0977ADA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84A27-2CF7-4D2C-8BB1-3DBC1B69461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ACF56-418B-417A-A43B-008849CAE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F20F1-0118-4B7B-B419-5977455DE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07FC9-03C9-4E4E-84B8-B17F8096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74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5EF2-6CC1-4697-91F7-B683F849A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B1A9A-9105-4DB8-BDA0-F97D02565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946C-2EBD-4AB0-B6CB-B2261453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Features + Demonstration</a:t>
            </a:r>
            <a:endParaRPr lang="en-US" sz="40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7EC9-4439-44B5-8C38-44EC11E3A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system has four main features: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Student</a:t>
            </a:r>
            <a:r>
              <a:rPr lang="en-US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to enter new student information into the system.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Course</a:t>
            </a:r>
            <a:r>
              <a:rPr lang="en-US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to create and save new courses.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Register Student</a:t>
            </a:r>
            <a:r>
              <a:rPr lang="en-US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to select a student and assign them to a course.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Registrations</a:t>
            </a:r>
            <a:r>
              <a:rPr lang="en-US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to see all students and the courses they are registered for.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4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Office Theme</vt:lpstr>
      <vt:lpstr>PowerPoint Presentation</vt:lpstr>
      <vt:lpstr>System Features +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Abdallah Alhassan</dc:creator>
  <cp:lastModifiedBy>Abdallah Alhassan</cp:lastModifiedBy>
  <cp:revision>1</cp:revision>
  <dcterms:created xsi:type="dcterms:W3CDTF">2025-11-01T11:42:24Z</dcterms:created>
  <dcterms:modified xsi:type="dcterms:W3CDTF">2025-11-01T11:44:36Z</dcterms:modified>
</cp:coreProperties>
</file>