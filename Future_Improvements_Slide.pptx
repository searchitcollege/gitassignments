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future, this system can be improved by adding more features such as:</a:t>
            </a:r>
          </a:p>
          <a:p>
            <a:r>
              <a:t>• A login system for admin, lecturers, and students.</a:t>
            </a:r>
          </a:p>
          <a:p>
            <a:r>
              <a:t>• The ability to print or export registration reports.</a:t>
            </a:r>
          </a:p>
          <a:p>
            <a:r>
              <a:t>• Search and filter functions to easily find records.</a:t>
            </a:r>
          </a:p>
          <a:p>
            <a:r>
              <a:t>• Email notifications to confirm course registration.</a:t>
            </a:r>
          </a:p>
          <a:p>
            <a:r>
              <a:t>These improvements will make the system more secure, interactive, and user-friendly.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login system for admin, lecturers, and students</a:t>
            </a:r>
          </a:p>
          <a:p>
            <a:r>
              <a:t>• Ability to print or export registration reports</a:t>
            </a:r>
          </a:p>
          <a:p>
            <a:r>
              <a:t>• Search and filter functions to easily find records</a:t>
            </a:r>
          </a:p>
          <a:p>
            <a:r>
              <a:t>• Email notifications to confirm course registration</a:t>
            </a:r>
          </a:p>
          <a:p/>
          <a:p>
            <a:r>
              <a:t>→ These improvements will make the system more secure, interactive, and user-friendly.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