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11F8D9-9417-4BC5-8AD2-8BB2FF3DF8FE}">
          <p14:sldIdLst>
            <p14:sldId id="256"/>
          </p14:sldIdLst>
        </p14:section>
        <p14:section name="Untitled Section" id="{5925AF75-18BA-42AC-90F9-409D2DD11C81}">
          <p14:sldIdLst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B1B5-C4AE-3CFA-C21A-4304FF736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467E9-349D-759F-64C7-44A895DE7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E18B1-4B32-3AEE-F5D4-6A23A6692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D0329-3008-FC1B-2E5F-190CDF02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1363E-7646-9C50-0409-38EE2A17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0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2AEA-5D0A-412B-AAD7-1A1BD479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E868F-54B1-ADF7-A2B5-4B8AA6F7F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9FCA4-AFB7-AC31-BEBB-AF6B2C0A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B777E-47CA-35CA-6013-C1D18519D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EB270-05D7-8D20-9253-C7FC755B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5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1933-F4D4-46C4-810C-D386D86B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22B28-69D0-C209-36E0-33F797CD0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70BD7-FA25-B251-4489-90C1946E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D8BCE-82D1-7420-1AE9-BC650FA71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983E6-012D-099B-91A1-0C544CF3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6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41806-BF4B-A526-8C4D-750F315A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F4D52-3DCA-0F8A-1EFD-8C6EFD7F2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EB6C4-841E-7507-189B-F6BF8D63A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4210A-8598-5FF1-37F7-3E0DADF2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F98A8-B121-CBA5-5739-C1CEFEE2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A5C9A-AED5-8CA6-F57E-0F438741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38DA-4631-77CD-6A62-0F2D7992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B0F77-B777-3730-75E1-501C0E7A7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A531D-68D0-C5DA-6F9F-D1BFD4768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58681-9757-4533-211A-3B616CCE8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19A4D-4062-5F11-4A74-22AA72BE1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2DEB4-13D6-020C-658E-599727CF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6ACA26-73DF-B658-1492-9303DDF9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41AFC-2E0E-E170-89BE-28152AB3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3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06C8-638A-54E9-6877-07F94D37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0CA14-699F-4108-9253-6204F5AF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E1CE-23D0-8829-F440-EBEF203B0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1555F-F22B-B1A9-9FC9-A6052E85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8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75D0A-7BF6-B332-D73E-73ABEA5F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186E1-4F19-6292-A05A-46D6AC72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71B8B-3882-DEFA-EB81-C727ADDFC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0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6796-A9F2-EAF1-79E3-0628C9AF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716F-774D-9C3E-BB7A-9AC21E77B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7601D-220D-B0E9-859A-5A1B1ABBE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14091-4DAC-6BF7-D3A4-B0CD060A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AB6AA-3B12-1F42-20CB-FC61EF04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4AC1B-7004-B800-C1AB-D23B5D9F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9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5F8B3-060F-E48A-4B10-1043B8BE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D490A-67BA-7EA1-AFA8-64FDA3879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E3705-756B-DD84-C741-4910AD939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CBBAE-2541-74F1-5928-14740A89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E0ED5-0564-BA24-B7FC-6297A9FA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23470-2EF4-BEA5-C8D3-A9ECA19F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1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BB91-8598-6371-27BB-07EEEA04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ADFF8-E95D-15B2-9AD0-19A37BB5C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3C7A9-D1E9-F567-C6F7-62B6DEAF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3BBA5-2D9D-C53A-0CB0-2449B9F4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882D2-6555-9882-32EB-2E856BE2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9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B84AF-E26C-EEFE-A288-AA6A3C4FB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88BFA-F38A-0E9C-E27E-C67D35C17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9B76D-4695-F7E2-9EE4-35355ADB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DA419-1BD4-38A2-2AA4-DA30298A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C350C-6DB9-F890-2D46-BBE88331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8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B355A-279C-59FE-9FD5-374430A1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C6DC1-58AC-651D-E85C-F0F94929D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07162-5624-6347-FBD4-FE07C0183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B5DF9-F19A-404E-8591-4866DBF70FF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02755-DD06-2279-0DC8-4B05C1BD4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DD874-B869-2821-CEFB-C3255FDC1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BF512-7382-4945-ABA6-2E33865FE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8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588B-6286-70CB-A355-652B00888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7061"/>
          </a:xfrm>
        </p:spPr>
        <p:txBody>
          <a:bodyPr/>
          <a:lstStyle/>
          <a:p>
            <a:r>
              <a:rPr lang="en-US" b="1" dirty="0"/>
              <a:t>Title + Introduction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FFD56-CAD2-BBF7-54B1-D2DB8A57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9408" y="2166430"/>
            <a:ext cx="9144000" cy="3996626"/>
          </a:xfrm>
        </p:spPr>
        <p:txBody>
          <a:bodyPr>
            <a:normAutofit/>
          </a:bodyPr>
          <a:lstStyle/>
          <a:p>
            <a:r>
              <a:rPr lang="en-US" dirty="0"/>
              <a:t>Good afternoon,  </a:t>
            </a:r>
          </a:p>
          <a:p>
            <a:r>
              <a:rPr lang="en-US" dirty="0"/>
              <a:t>We are Group Alpha, and our project is titled </a:t>
            </a:r>
            <a:r>
              <a:rPr lang="en-US" i="1" dirty="0"/>
              <a:t>Student and Course Registration System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system was designed to make it easier for students to register for courses online instead of filling paper forms. </a:t>
            </a:r>
          </a:p>
        </p:txBody>
      </p:sp>
    </p:spTree>
    <p:extLst>
      <p:ext uri="{BB962C8B-B14F-4D97-AF65-F5344CB8AC3E}">
        <p14:creationId xmlns:p14="http://schemas.microsoft.com/office/powerpoint/2010/main" val="3984604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7A93D-7932-DD5F-A660-7ADEA3AFC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allows schools to store and manage student and course information more efficiently.</a:t>
            </a:r>
          </a:p>
          <a:p>
            <a:r>
              <a:rPr lang="en-US" dirty="0"/>
              <a:t>The main aim of our project is to reduce manual work, prevent duplicate registrations, and make course management faster and more accurate.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60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58BD1-2F37-95AC-90DA-B4C803A52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Student and Course Registration System is a web-based platform that allows students to register for courses online.</a:t>
            </a:r>
          </a:p>
          <a:p>
            <a:pPr lvl="0"/>
            <a:r>
              <a:rPr lang="en-US" dirty="0"/>
              <a:t>It helps schools manage student and course data efficiently, reduces paperwork, and prevents duplicate registrations.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31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Title + Introduction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Kafui</dc:creator>
  <cp:lastModifiedBy>Kafui</cp:lastModifiedBy>
  <cp:revision>1</cp:revision>
  <dcterms:created xsi:type="dcterms:W3CDTF">2025-11-01T12:51:31Z</dcterms:created>
  <dcterms:modified xsi:type="dcterms:W3CDTF">2025-11-01T12:51:37Z</dcterms:modified>
</cp:coreProperties>
</file>